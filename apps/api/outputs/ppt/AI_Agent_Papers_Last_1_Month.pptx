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Influential AI Agent Papers (Last 1 Month)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Recent Publications on Autonomous AI Agents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AI Agent Papers - Last 30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Overview of influential AI agent papers published in the last month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3 key papers selected from recent arXiv publications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 on agent architectures, evaluation, and trust mechanisms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Source: arXiv (2025-10-27 to 2026-02-02)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Beyond Prompt Engineering: Neuro-Symbolic-Causal Architecture for Robust Multi-Objective AI Agents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Aytug Akarlar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arXiv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2025-10-27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Chimera: LLM strategist + symbolic constraint engine + causal inference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E-commerce simulation: LLM-only fails catastrophically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52-week benchmarks demonstrate robustness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Source: arXiv 2510.23682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AI Agents with Decentralized Identifiers and Verifiable Credentials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Rodriguez Garzon et al.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arXiv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2025-10-01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Self-sovereign digital identities for AI agents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W3C DID + Verifiable Credentials for cross-domain trust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Multi-agent dialogue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Source: arXiv 2511.02841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AEMA: Verifiable Evaluation Framework for Trustworthy and Controlled Agentic LLM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Lee et al.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arXiv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2026-01-17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Adaptive Evaluation Multi-Agent (AEMA) framework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Process-aware, auditable multi-step evaluations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Enterprise-style agent workflows with human oversight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Source: arXiv 2601.11903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Themes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Emerging trends in AI agent research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Neuro-symbolic architectures for robustness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Trust and identity in multi-agent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Verifiable evaluation frameworks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Self-sovereign credentials for agent interoperability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Influential AI Agent Papers (Last 1 Month)</dc:title>
  <dc:subject>Influential AI Agent Papers (Last 1 Month)</dc:subject>
  <dc:creator>AI Agent Research</dc:creator>
  <cp:lastModifiedBy>AI Agent Research</cp:lastModifiedBy>
  <cp:revision>1</cp:revision>
  <dcterms:created xsi:type="dcterms:W3CDTF">2026-02-03T16:17:33Z</dcterms:created>
  <dcterms:modified xsi:type="dcterms:W3CDTF">2026-02-03T16:17:33Z</dcterms:modified>
</cp:coreProperties>
</file>