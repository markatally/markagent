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presentation outlines a bug fix for skill display names in agent conversations. The issue affects how skills are displayed to users, showing internal system identifiers instead of human-readable names.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manifests when the agent lists available skills in conversations. Instead of showing clean, user-friendly names like 'pptx', it displays internal system identifiers with version suffixes.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extended variant suffix is intentional for versioning and protection purposes. However, the bug is in how this identifier is mapped to the display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root cause is in the toProductSkill function which incorrectly maps the canonicalId to the name field. The function should use the human-readable 'name' field from the skill 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 flow diagram shows how the bug propagates from the skill.json through the adapter to the system prompt and finally to the agent response.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fix is simple: change line 18 to use external.name instead of external.canonicalId. This ensures the human-readable name is used throughout the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impact analysis confirms no breaking changes. All components that depend on skill names will now consistently show human-readable names instead of internal identifiers.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low-risk, high-impact fix that will immediately improve the user experience by showing clean, human-readable skill names instead of internal system identifiers.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63636"/>
                </a:solidFill>
              </a:rPr>
              <a:t>Fix Skill Display Names in Agent Conversations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Fix Skill Display Names in Agent Conversations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Problem: Internal canonicalId displayed instead of human-readable name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Solution: Single-line code change in external-bridge.ts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Impact: Improved user experience with clean skill names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Problem Statement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Current Behavior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Agent lists skills with internal canonicalId: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• pptx-extended-0-0-0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• pptxgenjs-tutorial-extended-0-0-0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52578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Expected Behavior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0350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Agent should list skills with human-readable names: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68122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• pptx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75895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• PptxGenJS Tutorial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Root Cause Analysis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Two-Part Issue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1. Extended Variant Suffix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Protection system appends -extended-{version} to canonicalId: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• Creates internal identifiers like pptx-extended-0-0-0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52578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• Necessary for skill versioning and protection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0350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68122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2. Incorrect Name Mapping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75895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external-bridge.ts line 18 incorrectly uses canonicalId instead of name field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Technical Details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File: apps/api/src/services/skills/external-bridge.ts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Line 18 - Current (buggy) code: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```typescript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toProductSkill(external: UnifiedSkill): Skill {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  return { name: external.canonicalId,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52578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```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0350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68122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Each skill.json contains both fields: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75895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• canonicalId: 'pptx-extended-0-0-0' (system identifier)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83667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• name: 'pptx' (human-readable)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Data 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skill.json (name + canonicalId)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→ ExternalSkillAdapter.toProductSkill()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→ EnhancedSkill (BUG: name = canonicalId)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→ stream.ts system prompt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→ Agent Response (shows canonicalId)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52578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0350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Correct flow should use external.name instead of external.canonicalId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Fix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Single-Line Change Required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File: apps/api/src/services/skills/external-bridge.ts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Line 18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52578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BEFORE: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0350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```typescript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68122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name: external.canonicalId,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75895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83667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AFTER: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91440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```typescript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99212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name: external.name,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106984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```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114757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122529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This makes the product skill's name use the human-readable name from skill.json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Impact Analysis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✅ System Prompt Display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Will show 'pptx' instead of 'pptx-extended-0-0-0'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✅ Cache Lookup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Unaffected - lookup by canonicalId key only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✅ Alias Generation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52578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Unaffected - uses external.name directly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0350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✅ Access Check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68122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Consistent - both sides use toProductSkill()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75895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✅ Slash Commands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83667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Unaffected - searches by canonicalId and aliases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91440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✅ Runtime Prompts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99212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Now shows clean names in execution prompts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Fix Summary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• Single-line code change in external-bridge.ts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• No breaking changes expected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• Improves user experience significantly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• Ready for deployment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52578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0350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Recommendation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68122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Deploy this fix immediately to improve skill display clarity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Fix Skill Display Names in Agent Conversations</dc:title>
  <dc:subject>Fix Skill Display Names in Agent Conversations</dc:subject>
  <dc:creator>Technical Fix Report</dc:creator>
  <cp:lastModifiedBy>Technical Fix Report</cp:lastModifiedBy>
  <cp:revision>1</cp:revision>
  <dcterms:created xsi:type="dcterms:W3CDTF">2026-02-07T09:17:12Z</dcterms:created>
  <dcterms:modified xsi:type="dcterms:W3CDTF">2026-02-07T09:17:12Z</dcterms:modified>
</cp:coreProperties>
</file>