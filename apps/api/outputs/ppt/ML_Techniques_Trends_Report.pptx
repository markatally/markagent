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Latest ML Techniques &amp; Trends - 1:1 Report to DS Leader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</a:rPr>
              <a:t>Strategy &amp; Technology Update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Meeting Context &amp; Purpose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One-on-one meeting with DS Leader to discuss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Latest advances in ML techniques and emerging trends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Strategic implications for our data science initiatives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Recommendations for technology adoption and roadmap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Review of current ML landscape (2024-2025)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Key techniques gaining traction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Application areas and use cases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Strategic recommendations for DS team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Key ML Techniques &amp; Trends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Recent research highlights several emerging ML techniques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on practical applications and industry impact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Emphasis on explainability and robustness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Growing importance of multimodal learning approaches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Tree-based ensembles (Random Forest, XGBoost, CatBoost) leading in tabular forecasting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983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LSTMs and hybrid models capturing temporal patterns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486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Deep learning for video super-resolution and person re-identification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5989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Transformers expanding beyond NLP to multi-domain applications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Applications in Finance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Machine learning and deep learning have transformed financial modelling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Applied across credit risk, asset pricing, and macroeconomic policy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Significant improvements in forecasting accuracy and decision-making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Credit risk prediction using ensemble methods and DL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Cryptocurrency and asset pricing models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Financial fraud detection with CNNs, LSTMs, and transformers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Explainable AI (SHAP, feature importance) gaining adoption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Emerging Challenges &amp; Considerations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Despite rapid progress, several challenges remain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Organizations must navigate technical and ethical considerations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Data quality, privacy, and interpretability are critical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Imbalanced datasets in fraud detection and rare event modelling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Model interpretability and transparency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Data privacy frameworks (GDPR, local regulations)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Computational costs and scalability concerns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Strategic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Focus on techniques with proven ROI and industry adoption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Invest in explainability and documentation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Prioritize robustness and generalization over pure complexity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Adopt CatBoost/XGBoost for tabular forecasting tasks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Explore LSTMs for time-series with strong temporal dependencies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Implement SHAP/feature importance for model explainability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Establish data quality and preprocessing pipelines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Next Steps &amp; Action Items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Immediate actions for DS team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Medium-term initiatives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Long-term technology roadmap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Select 1-2 high-impact techniques to pilot (e.g., CatBoost for forecasting)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Document best practices for model explainability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Establish data quality governance processes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Plan quarterly reviews of ML technique adoption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Questions &amp; Discussion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Open floor for discussion with DS Leader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Address specific questions about technique selection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4444"/>
                </a:solidFill>
              </a:rPr>
              <a:t>Align on priorities and resource allocation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7033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What are the top priorities for our team?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Any constraints on adopting new techniques?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Timeline for pilot implementations?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52120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</a:rPr>
              <a:t>• Resource allocation for ML infrastructure improvements?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Latest ML Techniques &amp; Trends - 1:1 Report to DS Leader</dc:title>
  <dc:subject>Latest ML Techniques &amp; Trends - 1:1 Report to DS Leader</dc:subject>
  <dc:creator>Data Science Team</dc:creator>
  <cp:lastModifiedBy>Data Science Team</cp:lastModifiedBy>
  <cp:revision>1</cp:revision>
  <dcterms:created xsi:type="dcterms:W3CDTF">2026-02-07T08:00:00Z</dcterms:created>
  <dcterms:modified xsi:type="dcterms:W3CDTF">2026-02-07T08:00:00Z</dcterms:modified>
</cp:coreProperties>
</file>