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Top 3 AI/ML Papers Published in 2026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Overview of the hottest AI/ML papers published in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Comprehensive coverage of recent advances in artificial intelligence and machine learning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Published in peer-reviewed venues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Covering diverse AI/ML topics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Representing cutting-edge research trends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1: Predicting Student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 comprehensive review of machine learning, deep learning, and explainable AI approaches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Salma Boujmiraz, Hassan Darhmaoui, A. D. E. Maliani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Publication: Computers and Education: Artificial Intelligence, June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DOI: 10.1016/j.caeai.2026.100548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Comprehensive review 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ML and deep learning approaches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Explainable AI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Educational applications focus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2: Hybrid Deep Learning for Anti-Money Laundering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Hybrid deep learning for anti-money laundering: Unsupervised detection of emerging schemes via feature fusion and explainable artificial intelligence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Cosmas Ochieng Kungu, K. Senagi, Evans Omondi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Publication: Machine Learning with Applications, March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DOI: 10.1016/j.mlwa.2026.100856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Hybrid deep learning architecture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Unsupervised detection schemes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Feature fusion techniques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Explainable AI for regulatory 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3: Mining Generalizable Activation Functions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Mining Generalizable Activation Functions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Alex Vitvitskyi, Michael Boratko, Matej Grcic, Razvan Pascanu, Deep Shah, Petar Veličković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Publication: arXiv, February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arXiv: 2602.05688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Evolutionary search for activation functions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AlphaEvolve pipeline using frontier LLMs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Generalizable activation function discovery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Impact on optimization and expressivity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Trends in 2026 AI/ML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Emerging themes across the selected papers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Explainable AI integration in critical applications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Hybrid architectures combining multiple approaches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Evolutionary and LLM-driven optimization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Real-world deployment focus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Summary &amp; Download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Three cutting-edge papers representing the state of AI/ML research in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Each paper addresses fundamental challenges with novel approaches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Download available: presentation.pptx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Stay updated on AI research trends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Access full papers via provided links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3 AI/ML Papers Published in 2026</dc:title>
  <dc:subject>Top 3 AI/ML Papers Published in 2026</dc:subject>
  <dc:creator>AI Research Digest</dc:creator>
  <cp:lastModifiedBy>AI Research Digest</cp:lastModifiedBy>
  <cp:revision>1</cp:revision>
  <dcterms:created xsi:type="dcterms:W3CDTF">2026-02-09T16:11:20Z</dcterms:created>
  <dcterms:modified xsi:type="dcterms:W3CDTF">2026-02-09T16:11:20Z</dcterms:modified>
</cp:coreProperties>
</file>