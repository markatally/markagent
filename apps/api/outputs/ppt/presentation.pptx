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63636"/>
                </a:solidFill>
              </a:rPr>
              <a:t>AI Agent Research Papers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66666"/>
                </a:solidFill>
              </a:rPr>
              <a:t>Academic papers published in the last month (arXiv &amp; Semantic Scholar)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63636"/>
                </a:solidFill>
              </a:rPr>
              <a:t>AI Agent Research Papers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Collection of academic papers on AI Agents published in the last month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Data sourced from arXiv and Semantic Scholar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Search query: "AI Agent" with date filter: last 1 month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63636"/>
                </a:solidFill>
              </a:rPr>
              <a:t>Papers Overview Table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| # | Paper Title | Authors | Date | Venue |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|---|---|---|---|---|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| 1 | Sola-Visibility-ISPM: Benchmarking Agentic AI for Identity Security Posture Management Visibility | Engelberg et al. | Jan 11, 2026 | arXiv |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| 2 | POLARIS: Typed Planning and Governed Execution for Agentic AI in Back-Office Automation | Moslemi et al. | Jan 16, 2026 | arXiv |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44805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| 3 | Engineering AI Agents for Clinical Workflows: A Case Study in Architecture, MLOps, and Governance | Lopes et al. | Jan 31, 2026 | arXiv |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52578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| 4 | World Craft: Agentic Framework to Create Visualizable Worlds via Text | Sun et al. | Jan 14, 2026 | arXiv |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60350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| 5 | DynaWeb: Model-Based Reinforcement Learning of Web Agents | Ding et al. | Jan 29, 2026 | arXiv |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681228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| 6 | A Large-Scale Study on the Development and Issues of Multi-Agent AI Systems | Liu et al. | Jan 12, 2026 | arXiv |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75895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| 7 | Toward Agentic Software Project Management: A Vision and Roadmap | Assalaarachchi et al. | Jan 23, 2026 | arXiv |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" y="83667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| 8 | Conformity and Social Impact on AI Agents | Bellina et al. | Jan 8, 2026 | arXiv |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91440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| 9 | Code for Machines, Not Just Humans: Quantifying AI-Friendliness with Code Health Metrics | Borg et al. | Jan 5, 2026 | arXiv |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57200" y="99212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| 10 | astra-langchain4j: Experiences Combining LLMs and Agent Programming | Collier et al. | Jan 29, 2026 | arXiv |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63636"/>
                </a:solidFill>
              </a:rPr>
              <a:t>Key Research Themes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Security &amp; Governance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- Identity Security Posture Management (ISPM) with agentic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- Governed execution frameworks for enterprise automation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- Human-in-the-loop governance for clinical AI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44805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Multi-Agent Systems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9834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- Large-scale empirical study of MAS development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54864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- Agent coordination challenges in frameworks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59893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- Social conformity and collective behavior in multi-agent environments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63636"/>
                </a:solidFill>
              </a:rPr>
              <a:t>Key Research Themes (Continued)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Application Domains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- Clinical workflow automation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- Web agents and reinforcement learning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- Software project management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44805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- Visualizable world creation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52578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Code &amp; Tools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57607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- AI-friendly code metrics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62636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- LLM integration with traditional agent toolkits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67665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555"/>
                </a:solidFill>
              </a:rPr>
              <a:t>• - MLOps lifecycle for autonomous agents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63636"/>
                </a:solidFill>
              </a:rPr>
              <a:t>Summary Statistics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Total Papers Collected: 10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Date Range: January 5-31, 2026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Sources: arXiv (primary), Semantic Scholar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3703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Average Authors per Paper: ~5.6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44805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</a:rPr>
              <a:t>Research Focus Areas: Security, Healthcare, Multi-Agent Systems, Software Engineering, Web Agents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Research Papers</dc:title>
  <dc:subject>AI Agent Research Papers</dc:subject>
  <dc:creator>Mark Agent</dc:creator>
  <cp:lastModifiedBy>Mark Agent</cp:lastModifiedBy>
  <cp:revision>1</cp:revision>
  <dcterms:created xsi:type="dcterms:W3CDTF">2026-02-04T04:02:58Z</dcterms:created>
  <dcterms:modified xsi:type="dcterms:W3CDTF">2026-02-04T04:02:58Z</dcterms:modified>
</cp:coreProperties>
</file>