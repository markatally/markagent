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Introduction to Machine Learning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Understanding the Fundamentals and Applications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Machine Learning?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(ML) is a subset of artificial intelligence that enables computers to learn from data and improve their performance without being explicitly programmed.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It focuses on developing algorithms that can identify patterns, make predictions, and automate decision-making processes.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ML systems learn from experience (data) and generalize to new, unseen situations.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Subset of Artificial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Data-driven approach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Automated pattern recognition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Continuous improvement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Types of Machine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algorithms are categorized based on the type of data and learning approach used.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Supervised Learning: Learning from labeled data with known outcomes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Unsupervised Learning: Discovering patterns in unlabeled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Reinforcement Learning: Learning through trial and error with rewards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Semi-supervised Learning: Combining labeled and unlabeled data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Supervised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most common type of ML where models learn from labeled training data to make predictions on new data.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Classification: Predicting discrete categories (spam detection, image recognition)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Regression: Predicting continuous values (price prediction, weather forecasting)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Common algorithms: Linear Regression, Decision Trees, Random Forests, SVM, Neural Networks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Unsupervised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Algorithms that discover hidden patterns and structures in data without predefined labels or outcomes.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Clustering: Grouping similar data points (customer segmentation)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Dimensionality Reduction: Simplifying complex data (PCA, t-SNE)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Association: Finding relationships between variables (market basket analysis)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Common algorithms: K-Means, DBSCAN, Hierarchical Clustering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Reinforcement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An approach where an agent learns to make decisions by performing actions and receiving rewards or penalties.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Agent-Environment interaction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Exploration vs. Exploitation trade-off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Applications: Game playing, robotics, autonomous vehicles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Key algorithms: Q-Learning, Deep Q-Networks, Policy Gradients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ML Algorithms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 variety of algorithms form the foundation of machine learning, each suited for different types of problems.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Linear/Logistic Regression: Simple, interpretable models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Decision Trees &amp; Random Forests: Tree-based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Support Vector Machines: Effective for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Neural Networks: Deep learning for complex patterns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K-Nearest Neighbors: Instance-based learning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The ML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 systematic process for developing and deploying machine learning models effectively.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1. Problem Definition: Clearly define the 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2. Data Collection: Gather relevant, quality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3. Data Preprocessing: Clean, transform, and prepare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4. Model Selection: Choose appropriate algorithm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5. Training: Teach the model on training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6. Evaluation: Test performance on validation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166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7. Deployment: Integrate into production systems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Applications of Machine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has transformed numerous industries and everyday applications.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Healthcare: Disease diagnosis, drug discovery, personalized medicine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Finance: Fraud detection, algorithmic trading, credit scoring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Technology: Recommendation systems, voice assistants, image recognition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Transportation: Autonomous vehicles, route optimization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Marketing: Customer segmentation, targeted advertising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Challenges in Machine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Despite its success, ML faces several significant challenges that researchers and practitioners continue to address.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Data Quality: Garbage in, garbage out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Overfitting: Models that don't generalize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Interpretability: Black box problem in complex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Bias and Fairness: Ethical considerations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Computational Resources: High training costs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Privacy and Security: Protecting sensitive data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Future Trends in 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field of machine learning continues to evolve rapidly with emerging technologies and methodologies.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(XAI): Making models more interpretable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Federated Learning: Privacy-preserving distributed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AutoML: Automated machine learning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Edge ML: Running ML on edge devices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Few-shot Learning: Learning from minimal examples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AI Ethics and Responsible AI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Getting Started with 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Resources and tools for beginners interested in learning machine learning.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Programming Languages: Python, R, Julia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Popular Libraries: scikit-learn, TensorFlow, PyTorch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Online Courses: Coursera, edX, fast.ai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Practice Platforms: Kaggle, Google Colab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Books: 'Hands-On Machine Learning' by Aurélien Géron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is a powerful technology that continues to reshape how we solve complex problems across industries.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Understanding its fundamentals, applications, and ethical considerations is essential for leveraging its potential responsibly.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The future holds exciting possibilities as ML technology continues to advance and integrate into our daily lives.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ML is transforming industries worldwide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Continuous learning and adaptation is key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Ethical development is crucial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Endless possibilities for innovation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subject>Introduction to Machine Learning</dc:subject>
  <dc:creator>Manus Agent</dc:creator>
  <cp:lastModifiedBy>Manus Agent</cp:lastModifiedBy>
  <cp:revision>1</cp:revision>
  <dcterms:created xsi:type="dcterms:W3CDTF">2026-01-31T06:47:05Z</dcterms:created>
  <dcterms:modified xsi:type="dcterms:W3CDTF">2026-01-31T06:47:05Z</dcterms:modified>
</cp:coreProperties>
</file>