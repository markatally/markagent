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63636"/>
                </a:solidFill>
              </a:rPr>
              <a:t>Cats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About Cats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Cats are small, carnivorous mammals that have been domesticated for thousands of years.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Known for their independence, agility, and affectionate nature, cats are one of the world's most popular pets.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There are over 70 recognized cat breeds, ranging from the fluffy Persian to the sleek Siamese.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Domesticated for ~4,000 years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Excellent hunters with keen senses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Average lifespan: 12-18 years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212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Communicate through vocalizations, body language, and scent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Cats</dc:title>
  <dc:subject>Cats</dc:subject>
  <dc:creator>Mark Agent</dc:creator>
  <cp:lastModifiedBy>Mark Agent</cp:lastModifiedBy>
  <cp:revision>1</cp:revision>
  <dcterms:created xsi:type="dcterms:W3CDTF">2026-02-10T04:00:42Z</dcterms:created>
  <dcterms:modified xsi:type="dcterms:W3CDTF">2026-02-10T04:00:42Z</dcterms:modified>
</cp:coreProperties>
</file>