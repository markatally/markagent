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Agentic AI in 2026: Trends &amp; Enterprise Impact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Data-driven insights + strategic takeaways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Agentic AI in 2026: Trends &amp; Enterprise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Data-driven insights + strategic takeaways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Presented by: AI Strategy Team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Date: 2026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Event: Enterprise AI Summit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Agentic AI transforms from experimental to operational in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Enterprise workflows increasingly embed autonomous agents for end-to-end task execution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Strategic imperative: balance innovation with governance to capture ROI while managing risk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Key trends: task-embedded agents, multi-agent collaboration, human-in-the-loop oversight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Enterprise impact: 30-50% productivity gains in targeted workflows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Adoption risks: security, compliance, and project failure from 'agent washing'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What Is Agentic AI?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Definition: Autonomous AI systems capable of planning, reasoning, and executing multi-step tasks with minimal human intervention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Unlike traditional LLM chatbots, agentic AI can break down complex goals, choose tools, and iterate until completion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Architecture layers: Perception (input understanding) → Decision (planning &amp; reasoning) → Action (tool/API execution) → Governance (safety &amp; compliance)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Agents maintain state, learn from feedback, and coordinate with other agents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Market &amp; Adoption Trends (2026)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Gartner predicts 40% of enterprise workflows will embed AI agents by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Agentic AI budget allocations increased 3x year-over-year across Fortune 500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Enterprise surveys show 65% of organizations actively piloting or deploying agentic systems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Shift from standalone AI tools to integrated agent ecosystems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Cross-industry adoption: finance (68%), healthcare (54%), retail (47%)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Key driver: pressure to automate complex, multi-step business processes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Enterprise Value &amp; ROI Patterns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Employee productivity gains of 30-50% in knowledge-intensive tasks through agent co-piloting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A2A (Agent-to-Agent) coordination reduces manual handoffs by 60-80% in workflow automation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Case examples: Customer service resolution time reduced 70%, financial reconciliation accelerated 5x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ROI typically realized within 6-12 months for well-scoped pilot programs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Emerging Use Cases by Sector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Finance: Autonomous trade reconciliation, fraud investigation, regulatory reporting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Healthcare: Patient triage, claims processing, clinical documentation assistance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Retail: Dynamic pricing, inventory optimization, personalized customer journeys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CRM: Lead qualification, meeting scheduling, proposal generation with multi-agent collaboration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Risks &amp; Governance Challenges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Security risks: Autonomous agents with API access require robust identity management and permission controls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Project failure rates estimated at 40% due to poor scoping and 'agent washing' (rebranding existing tools as agentic)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Human oversight remains critical: 100% of successful deployments include escalation protocols and audit trails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Compliance requirements vary by industry—healthcare (HIPAA), finance (SOX), EU (AI Act)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Case Studies: Industry Examples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Citigroup: Piloting agentic AI for multi-step trade reconciliation and regulatory reporting workflows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Microsoft Agent 365: Enterprise platform for managing, governing, and scaling AI agent fleets across Office 365 ecosystem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Salesforce: Agentforce platform enabling autonomous customer service and sales agents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Klarna: AI agent handling 2/3 of customer service chats with resolution rates matching human agents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Enterprise Architecture for Agentic AI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Core components: LLM drivers (reasoning engine), Orchestrator layer (task planning &amp; coordination), API actions (tool execution)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Governance layer: Policy enforcement, audit logging, human escalation triggers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Permission design: Principle of least privilege, role-based access, approval workflows for high-risk actions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Deployment tips: Start with sandboxed environments, implement guardrails, gradual rollout with monitoring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Strategic Roadmap for 2026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Phase 1 (0-3 months): Pilot—select high-value, low-risk workflow, define success metrics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Phase 2 (3-6 months): Govern—establish policies, monitoring, and human oversight protocols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Phase 3 (6-12 months): Scale—expand to additional workflows, optimize agent performance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Success metrics: Task accuracy (&gt;90%), human adoption rate, compliance score, cost per transaction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Call to 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Enterprises prioritizing agentic AI strategy now will capture competitive advantage in automation and customer experience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Architecture owners: Assess current tech stack, identify pilot workflows, establish governance framework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Business leaders: Define measurable targets for 12-24 months (e.g., 25% workflow automation, 40% productivity gain)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Next steps: Conduct agentic AI readiness assessment, form cross-functional task force, initiate Q1 pilot program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Q&amp;A / Contact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Speaker: AI Strategy Team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Email: ai-strategy@enterprise.com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257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References &amp; Further Reading: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035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Gartner Magic Quadrant for AI Agents 2026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8122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Google Cloud AI Agents Whitepaper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7589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Microsoft Agent 365 Documentation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83667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Enterprise AI Adoption Survey 2025-2026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in 2026: Trends &amp; Enterprise Impact</dc:title>
  <dc:subject>Agentic AI in 2026: Trends &amp; Enterprise Impact</dc:subject>
  <dc:creator>AI Strategy Team</dc:creator>
  <cp:lastModifiedBy>AI Strategy Team</cp:lastModifiedBy>
  <cp:revision>1</cp:revision>
  <dcterms:created xsi:type="dcterms:W3CDTF">2026-02-02T15:02:42Z</dcterms:created>
  <dcterms:modified xsi:type="dcterms:W3CDTF">2026-02-02T15:02:42Z</dcterms:modified>
</cp:coreProperties>
</file>