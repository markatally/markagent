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Skill Display Fix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Fix Skill Display Names in Agent Conversations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Bug: Internal canonicalId displayed instead of human-readable 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Fix: Change external-bridge.ts line 18 from canonicalId to external.name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Agent shows internal identifiers like 'pptx-extended-0-0-0'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Instead of friendly names like 'pptx'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Root Cause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external-bridge.ts line 18 maps canonicalId to skill name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Should map external.name instead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The Fix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File: apps/api/src/services/skills/external-bridge.ts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Line 18: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  name: external.name,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Display Fix</dc:title>
  <dc:subject>Skill Display Fix</dc:subject>
  <dc:creator>Mark Agent</dc:creator>
  <cp:lastModifiedBy>Mark Agent</cp:lastModifiedBy>
  <cp:revision>1</cp:revision>
  <dcterms:created xsi:type="dcterms:W3CDTF">2026-02-07T08:35:59Z</dcterms:created>
  <dcterms:modified xsi:type="dcterms:W3CDTF">2026-02-07T08:35:59Z</dcterms:modified>
</cp:coreProperties>
</file>