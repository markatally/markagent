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AI Agent Papers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AI Agent Papers - Complete 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Table of 10 papers on AI Agents with publication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Note: Only 1 paper from recent 3 months (Jan 2025)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Other papers are from 2021-2025 timeframe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All papers retrieved from academic sources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Agent Laboratory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January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Agent Laboratory: Using LLM Agents as Research Assistants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EMNLP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206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Cheng et 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SWE-agent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SWE-agent: Agent Computer Interfaces Enable Software Engineering Language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224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Yang et 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MetaGPT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MetaGPT: Meta Programming for A Multi-Agent Collaborative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815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Sirui et 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4: AutoGen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AutoGen: Enabling Next-Gen LLM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541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Wu et 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5: Mind2Web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Mind2Web: Towards a Generalist Agent for the Web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278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Deng et al.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6: PPO Effectiveness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The Surprising Effectiveness of PPO in Cooperative Multi-Agent Games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NeurIPS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633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Yu et al.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7: AlphaStar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Grandmaster level in StarCraft II using multi-agent reinforcement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Nature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798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Vinyals et al.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8: Multi-Agent Actor-Critic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Multi-Agent Actor-Critic for Mixed Cooperative-Competitive Environments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NeurIPS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3905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Lowe et al.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9: Distributed Subgradient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Distributed Subgradient Methods for Multi-agent Optimization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IEEE Transactions on Automatic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1457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Nedic and Ozdaglar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10: Consensus and Cooperation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2007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Consensus and Cooperation in Networked Multi-Agent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Proceedings of the IEEE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Citations: 7463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Olfati-Saber et al.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Papers</dc:title>
  <dc:subject>AI Agent Papers</dc:subject>
  <dc:creator>Mark Agent</dc:creator>
  <cp:lastModifiedBy>Mark Agent</cp:lastModifiedBy>
  <cp:revision>1</cp:revision>
  <dcterms:created xsi:type="dcterms:W3CDTF">2026-02-03T03:50:36Z</dcterms:created>
  <dcterms:modified xsi:type="dcterms:W3CDTF">2026-02-03T03:50:36Z</dcterms:modified>
</cp:coreProperties>
</file>